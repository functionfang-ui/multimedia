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7" r:id="rId1"/>
  </p:sldMasterIdLst>
  <p:sldIdLst>
    <p:sldId id="256" r:id="rId2"/>
    <p:sldId id="257" r:id="rId3"/>
    <p:sldId id="259" r:id="rId4"/>
    <p:sldId id="266" r:id="rId5"/>
    <p:sldId id="258" r:id="rId6"/>
    <p:sldId id="261" r:id="rId7"/>
    <p:sldId id="262" r:id="rId8"/>
    <p:sldId id="263" r:id="rId9"/>
    <p:sldId id="269" r:id="rId10"/>
    <p:sldId id="268" r:id="rId11"/>
    <p:sldId id="267" r:id="rId12"/>
    <p:sldId id="270" r:id="rId13"/>
    <p:sldId id="26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8F7F418-0445-443E-BF1F-A43F2B044DA0}">
          <p14:sldIdLst>
            <p14:sldId id="256"/>
            <p14:sldId id="257"/>
            <p14:sldId id="259"/>
            <p14:sldId id="266"/>
            <p14:sldId id="258"/>
            <p14:sldId id="261"/>
            <p14:sldId id="262"/>
            <p14:sldId id="263"/>
            <p14:sldId id="269"/>
            <p14:sldId id="268"/>
            <p14:sldId id="267"/>
            <p14:sldId id="270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21" d="100"/>
          <a:sy n="121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954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371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616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144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685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281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361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105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2FDFD318-A4AC-4735-8ADC-0A8B9A22D521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930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853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433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989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181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49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4434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292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941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FDFD318-A4AC-4735-8ADC-0A8B9A22D521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0669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79" r:id="rId12"/>
    <p:sldLayoutId id="2147483880" r:id="rId13"/>
    <p:sldLayoutId id="2147483881" r:id="rId14"/>
    <p:sldLayoutId id="2147483882" r:id="rId15"/>
    <p:sldLayoutId id="2147483883" r:id="rId16"/>
    <p:sldLayoutId id="214748388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029771"/>
            <a:ext cx="9144000" cy="1607272"/>
          </a:xfrm>
        </p:spPr>
        <p:txBody>
          <a:bodyPr>
            <a:normAutofit fontScale="90000"/>
          </a:bodyPr>
          <a:lstStyle/>
          <a:p>
            <a:r>
              <a:rPr lang="zh-CN" altLang="en-US" sz="4000" dirty="0">
                <a:latin typeface="等线 Light" panose="02010600030101010101" pitchFamily="2" charset="-122"/>
                <a:ea typeface="等线 Light" panose="02010600030101010101" pitchFamily="2" charset="-122"/>
              </a:rPr>
              <a:t>图像去模糊处理大作业展示</a:t>
            </a:r>
            <a:br>
              <a:rPr lang="en-US" altLang="zh-CN" sz="4000" dirty="0">
                <a:latin typeface="等线 Light" panose="02010600030101010101" pitchFamily="2" charset="-122"/>
                <a:ea typeface="等线 Light" panose="02010600030101010101" pitchFamily="2" charset="-122"/>
              </a:rPr>
            </a:br>
            <a:br>
              <a:rPr lang="en-US" altLang="zh-CN" sz="4000" dirty="0">
                <a:latin typeface="等线 Light" panose="02010600030101010101" pitchFamily="2" charset="-122"/>
                <a:ea typeface="等线 Light" panose="02010600030101010101" pitchFamily="2" charset="-122"/>
              </a:rPr>
            </a:br>
            <a:r>
              <a:rPr lang="zh-CN" altLang="en-US" sz="4000" dirty="0">
                <a:latin typeface="等线 Light" panose="02010600030101010101" pitchFamily="2" charset="-122"/>
                <a:ea typeface="等线 Light" panose="02010600030101010101" pitchFamily="2" charset="-122"/>
              </a:rPr>
              <a:t>失焦模糊部分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7055" y="4220875"/>
            <a:ext cx="9144000" cy="435208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方晓坤</a:t>
            </a:r>
          </a:p>
        </p:txBody>
      </p:sp>
    </p:spTree>
    <p:extLst>
      <p:ext uri="{BB962C8B-B14F-4D97-AF65-F5344CB8AC3E}">
        <p14:creationId xmlns:p14="http://schemas.microsoft.com/office/powerpoint/2010/main" val="1836426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149" y="618517"/>
            <a:ext cx="10364451" cy="1256465"/>
          </a:xfrm>
        </p:spPr>
        <p:txBody>
          <a:bodyPr/>
          <a:lstStyle/>
          <a:p>
            <a:r>
              <a:rPr lang="zh-CN" altLang="en-US" dirty="0">
                <a:latin typeface="等线 Light" panose="02010600030101010101" pitchFamily="2" charset="-122"/>
                <a:ea typeface="等线 Light" panose="02010600030101010101" pitchFamily="2" charset="-122"/>
              </a:rPr>
              <a:t>展示内容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3774" y="895927"/>
            <a:ext cx="10363826" cy="489527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问题定义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实验过程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结果展示与分析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40588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1413" y="794326"/>
            <a:ext cx="9905998" cy="942109"/>
          </a:xfrm>
        </p:spPr>
        <p:txBody>
          <a:bodyPr/>
          <a:lstStyle/>
          <a:p>
            <a:r>
              <a:rPr lang="zh-CN" altLang="en-US" dirty="0"/>
              <a:t>问题定义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1413" y="184727"/>
            <a:ext cx="9905998" cy="5606473"/>
          </a:xfrm>
        </p:spPr>
        <p:txBody>
          <a:bodyPr/>
          <a:lstStyle/>
          <a:p>
            <a:r>
              <a:rPr lang="zh-CN" altLang="en-US" dirty="0"/>
              <a:t>由于相机的对焦问题，最终成像较为“模糊”</a:t>
            </a:r>
            <a:endParaRPr lang="en-US" altLang="zh-CN" dirty="0"/>
          </a:p>
          <a:p>
            <a:r>
              <a:rPr lang="zh-CN" altLang="en-US" dirty="0"/>
              <a:t>失焦模糊的模型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9B5747-2DBA-6443-AEE0-645B12DC2788}"/>
              </a:ext>
            </a:extLst>
          </p:cNvPr>
          <p:cNvSpPr txBox="1"/>
          <p:nvPr/>
        </p:nvSpPr>
        <p:spPr>
          <a:xfrm>
            <a:off x="1924030" y="3657905"/>
            <a:ext cx="3491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g(x,y) = h(x,y) * f(x,y) + n(x,y)</a:t>
            </a:r>
          </a:p>
          <a:p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7C5E1A-CC41-3A42-993A-E502D0EBDCAD}"/>
              </a:ext>
            </a:extLst>
          </p:cNvPr>
          <p:cNvSpPr txBox="1"/>
          <p:nvPr/>
        </p:nvSpPr>
        <p:spPr>
          <a:xfrm>
            <a:off x="1924030" y="4304236"/>
            <a:ext cx="52485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f(x,y)</a:t>
            </a:r>
            <a:r>
              <a:rPr lang="zh-CN" altLang="en-US" dirty="0"/>
              <a:t>：清晰图像</a:t>
            </a:r>
            <a:endParaRPr lang="en-US" altLang="zh-CN" dirty="0"/>
          </a:p>
          <a:p>
            <a:r>
              <a:rPr lang="en-US" altLang="zh-CN" dirty="0"/>
              <a:t>h(x,y)</a:t>
            </a:r>
            <a:r>
              <a:rPr lang="zh-CN" altLang="en-US" dirty="0"/>
              <a:t>：点扩散函数</a:t>
            </a:r>
            <a:endParaRPr lang="en-US" altLang="zh-CN" dirty="0"/>
          </a:p>
          <a:p>
            <a:r>
              <a:rPr lang="en-US" altLang="zh-CN" dirty="0"/>
              <a:t>n(x,y)</a:t>
            </a:r>
            <a:r>
              <a:rPr lang="zh-CN" altLang="en-US" dirty="0"/>
              <a:t>：噪声</a:t>
            </a:r>
            <a:endParaRPr lang="en-US" altLang="zh-CN" dirty="0"/>
          </a:p>
          <a:p>
            <a:r>
              <a:rPr lang="en-US" altLang="zh-CN" dirty="0"/>
              <a:t>g(x,y)</a:t>
            </a:r>
            <a:r>
              <a:rPr lang="zh-CN" altLang="en-US" dirty="0"/>
              <a:t>：模糊图像</a:t>
            </a:r>
          </a:p>
        </p:txBody>
      </p:sp>
      <p:pic>
        <p:nvPicPr>
          <p:cNvPr id="11" name="内容占位符 3">
            <a:extLst>
              <a:ext uri="{FF2B5EF4-FFF2-40B4-BE49-F238E27FC236}">
                <a16:creationId xmlns:a16="http://schemas.microsoft.com/office/drawing/2014/main" id="{E9472B0B-6785-C64F-B785-4EE13F02E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262" y="3429000"/>
            <a:ext cx="4260262" cy="147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85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B2F9C-9B0A-864F-8E0F-DE8E5520A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实验过程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6E8F88-95E7-8A43-A773-828825ABD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66899"/>
            <a:ext cx="9905998" cy="3124201"/>
          </a:xfrm>
        </p:spPr>
        <p:txBody>
          <a:bodyPr/>
          <a:lstStyle/>
          <a:p>
            <a:r>
              <a:rPr lang="en" altLang="zh-CN" dirty="0">
                <a:effectLst/>
              </a:rPr>
              <a:t>Naive Filter</a:t>
            </a:r>
          </a:p>
          <a:p>
            <a:r>
              <a:rPr lang="en" altLang="zh-CN" dirty="0">
                <a:effectLst/>
              </a:rPr>
              <a:t>Wiener Filter</a:t>
            </a:r>
          </a:p>
          <a:p>
            <a:r>
              <a:rPr lang="en" altLang="zh-CN" dirty="0">
                <a:effectLst/>
              </a:rPr>
              <a:t>Richardson-Lucy Algorithm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1379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246909"/>
          </a:xfrm>
        </p:spPr>
        <p:txBody>
          <a:bodyPr/>
          <a:lstStyle/>
          <a:p>
            <a:r>
              <a:rPr lang="en" altLang="zh-CN" dirty="0">
                <a:effectLst/>
              </a:rPr>
              <a:t>Naive Filter</a:t>
            </a:r>
            <a:endParaRPr lang="zh-CN" altLang="en-US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1F6CD3A3-1903-E24E-9D4E-B1EBC5DD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66899"/>
            <a:ext cx="9905998" cy="3124201"/>
          </a:xfrm>
        </p:spPr>
        <p:txBody>
          <a:bodyPr/>
          <a:lstStyle/>
          <a:p>
            <a:r>
              <a:rPr lang="zh-CN" altLang="en" dirty="0">
                <a:effectLst/>
              </a:rPr>
              <a:t>原理</a:t>
            </a:r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优点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在已知</a:t>
            </a:r>
            <a:r>
              <a:rPr lang="en-US" altLang="zh-CN" dirty="0">
                <a:effectLst/>
              </a:rPr>
              <a:t>PSF</a:t>
            </a:r>
            <a:r>
              <a:rPr lang="zh-CN" altLang="en-US" dirty="0">
                <a:effectLst/>
              </a:rPr>
              <a:t>和完全没有噪声的情况下效果特别好</a:t>
            </a:r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缺点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如果有噪声会被频域除法放大</a:t>
            </a:r>
            <a:endParaRPr lang="en" altLang="zh-CN" dirty="0">
              <a:effectLst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FA255CD-F0DA-B440-9A5D-31C6F746A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799" y="2042226"/>
            <a:ext cx="37973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563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246909"/>
          </a:xfrm>
        </p:spPr>
        <p:txBody>
          <a:bodyPr/>
          <a:lstStyle/>
          <a:p>
            <a:r>
              <a:rPr lang="en" altLang="zh-CN" dirty="0">
                <a:effectLst/>
              </a:rPr>
              <a:t>Wiener Filter</a:t>
            </a:r>
            <a:endParaRPr lang="zh-CN" altLang="en-US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08B2F8F-9EE5-4C49-A9B0-084439A8B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66899"/>
            <a:ext cx="9905998" cy="3124201"/>
          </a:xfrm>
        </p:spPr>
        <p:txBody>
          <a:bodyPr/>
          <a:lstStyle/>
          <a:p>
            <a:r>
              <a:rPr lang="zh-CN" altLang="en" dirty="0">
                <a:effectLst/>
              </a:rPr>
              <a:t>原理</a:t>
            </a:r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优点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不会放大噪声</a:t>
            </a:r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缺点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对单独图片可能需要调整参数</a:t>
            </a:r>
            <a:endParaRPr lang="en-US" altLang="zh-CN" dirty="0">
              <a:effectLst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4FCF79-567D-6840-9FD1-DFA8BB90F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961" y="1536699"/>
            <a:ext cx="38100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397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246909"/>
          </a:xfrm>
        </p:spPr>
        <p:txBody>
          <a:bodyPr/>
          <a:lstStyle/>
          <a:p>
            <a:r>
              <a:rPr lang="en" altLang="zh-CN" dirty="0">
                <a:effectLst/>
              </a:rPr>
              <a:t>Richardson-Lucy Algorithm</a:t>
            </a:r>
            <a:endParaRPr lang="zh-CN" altLang="en-US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E33DA1B-7708-814B-B134-399446D31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66899"/>
            <a:ext cx="9905998" cy="3124201"/>
          </a:xfrm>
        </p:spPr>
        <p:txBody>
          <a:bodyPr/>
          <a:lstStyle/>
          <a:p>
            <a:r>
              <a:rPr lang="zh-CN" altLang="en" dirty="0">
                <a:effectLst/>
              </a:rPr>
              <a:t>原理</a:t>
            </a:r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优点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不需要</a:t>
            </a:r>
            <a:r>
              <a:rPr lang="en-US" altLang="zh-CN" dirty="0">
                <a:effectLst/>
              </a:rPr>
              <a:t>SNR</a:t>
            </a:r>
            <a:r>
              <a:rPr lang="zh-CN" altLang="en-US" dirty="0">
                <a:effectLst/>
              </a:rPr>
              <a:t>信息</a:t>
            </a:r>
            <a:endParaRPr lang="en-US" altLang="zh-CN" dirty="0">
              <a:effectLst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2E9BBC-D2D2-9E42-A467-EEA5BA8F0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482" y="2743199"/>
            <a:ext cx="30353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164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2177" y="352201"/>
            <a:ext cx="9905998" cy="1274618"/>
          </a:xfrm>
        </p:spPr>
        <p:txBody>
          <a:bodyPr/>
          <a:lstStyle/>
          <a:p>
            <a:r>
              <a:rPr lang="zh-CN" altLang="en-US" dirty="0"/>
              <a:t>结果展示与分析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C63643B-D0E4-6342-8DAD-57C962D0C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378" y="1841500"/>
            <a:ext cx="3251200" cy="32512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7789698-B3DA-5446-8B37-DFC6508C4C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423" y="1841500"/>
            <a:ext cx="32512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01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3CA4F621-9C5D-2648-BDD6-554DD3960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D7A83B-8A3F-9E42-92DA-29926CB7B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138" y="386946"/>
            <a:ext cx="8479724" cy="608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439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6726223-EE0E-9345-A3B1-B1C6A0D7C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00D5451-12B1-9949-BE03-667F88BFDB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262" y="381000"/>
            <a:ext cx="84963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471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4B2FD6C-C367-5A48-BB73-B18C000B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DE2A20-C58F-C94E-A2BB-D44E42535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262" y="1847850"/>
            <a:ext cx="84963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6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2F8754-CDE4-FF4A-859B-56243262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1B335D9-DB48-A94F-978C-7056BCB67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1" y="2464829"/>
            <a:ext cx="9906000" cy="1928341"/>
          </a:xfrm>
        </p:spPr>
      </p:pic>
    </p:spTree>
    <p:extLst>
      <p:ext uri="{BB962C8B-B14F-4D97-AF65-F5344CB8AC3E}">
        <p14:creationId xmlns:p14="http://schemas.microsoft.com/office/powerpoint/2010/main" val="851971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650" y="2576945"/>
            <a:ext cx="9905998" cy="1905000"/>
          </a:xfrm>
        </p:spPr>
        <p:txBody>
          <a:bodyPr/>
          <a:lstStyle/>
          <a:p>
            <a:pPr algn="ctr"/>
            <a:r>
              <a:rPr lang="zh-CN" altLang="en-US" dirty="0"/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20524087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网状">
  <a:themeElements>
    <a:clrScheme name="网状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网状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网状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TM03457485[[fn=网状]]</Template>
  <TotalTime>630</TotalTime>
  <Words>172</Words>
  <Application>Microsoft Macintosh PowerPoint</Application>
  <PresentationFormat>宽屏</PresentationFormat>
  <Paragraphs>36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 Light</vt:lpstr>
      <vt:lpstr>宋体</vt:lpstr>
      <vt:lpstr>Arial</vt:lpstr>
      <vt:lpstr>Century Gothic</vt:lpstr>
      <vt:lpstr>网状</vt:lpstr>
      <vt:lpstr>图像去模糊处理大作业展示  失焦模糊部分</vt:lpstr>
      <vt:lpstr>展示内容</vt:lpstr>
      <vt:lpstr>问题定义</vt:lpstr>
      <vt:lpstr>实验过程</vt:lpstr>
      <vt:lpstr>Naive Filter</vt:lpstr>
      <vt:lpstr>Wiener Filter</vt:lpstr>
      <vt:lpstr>Richardson-Lucy Algorithm</vt:lpstr>
      <vt:lpstr>结果展示与分析</vt:lpstr>
      <vt:lpstr>PowerPoint 演示文稿</vt:lpstr>
      <vt:lpstr>PowerPoint 演示文稿</vt:lpstr>
      <vt:lpstr>PowerPoint 演示文稿</vt:lpstr>
      <vt:lpstr>PowerPoint 演示文稿</vt:lpstr>
      <vt:lpstr>谢谢大家！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图像去模糊处理大作业中期展示</dc:title>
  <dc:creator>Book</dc:creator>
  <cp:lastModifiedBy>Microsoft Office User</cp:lastModifiedBy>
  <cp:revision>151</cp:revision>
  <dcterms:created xsi:type="dcterms:W3CDTF">2020-05-23T17:23:52Z</dcterms:created>
  <dcterms:modified xsi:type="dcterms:W3CDTF">2020-06-29T00:39:53Z</dcterms:modified>
</cp:coreProperties>
</file>