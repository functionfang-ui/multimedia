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7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8F7F418-0445-443E-BF1F-A43F2B044DA0}">
          <p14:sldIdLst>
            <p14:sldId id="256"/>
            <p14:sldId id="257"/>
            <p14:sldId id="259"/>
            <p14:sldId id="260"/>
            <p14:sldId id="258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54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37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61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144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68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28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36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10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930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853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433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989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181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49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443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292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94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FDFD318-A4AC-4735-8ADC-0A8B9A22D521}" type="datetimeFigureOut">
              <a:rPr lang="zh-CN" altLang="en-US" smtClean="0"/>
              <a:t>2020/5/24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27BA4EB-2B96-40D7-8FDC-4586B8A6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66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88655" y="1514764"/>
            <a:ext cx="9144000" cy="1607272"/>
          </a:xfrm>
        </p:spPr>
        <p:txBody>
          <a:bodyPr>
            <a:normAutofit/>
          </a:bodyPr>
          <a:lstStyle/>
          <a:p>
            <a:r>
              <a:rPr lang="zh-CN" altLang="en-US" sz="4000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图像去模糊处理大作业中期展示</a:t>
            </a:r>
            <a:endParaRPr lang="zh-CN" altLang="en-US" sz="4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7055" y="4220875"/>
            <a:ext cx="9144000" cy="1655762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陈鹏宇</a:t>
            </a:r>
            <a:r>
              <a:rPr lang="en-US" altLang="zh-CN" dirty="0" smtClean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		</a:t>
            </a:r>
            <a:r>
              <a:rPr lang="zh-CN" altLang="en-US" dirty="0" smtClean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方晓坤</a:t>
            </a:r>
            <a:endParaRPr lang="zh-CN" altLang="en-US" dirty="0">
              <a:solidFill>
                <a:schemeClr val="tx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642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149" y="618517"/>
            <a:ext cx="10364451" cy="1256465"/>
          </a:xfrm>
        </p:spPr>
        <p:txBody>
          <a:bodyPr/>
          <a:lstStyle/>
          <a:p>
            <a:r>
              <a:rPr lang="zh-CN" altLang="en-US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展示内容</a:t>
            </a:r>
            <a:endParaRPr lang="zh-CN" alt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3774" y="895927"/>
            <a:ext cx="10363826" cy="4895272"/>
          </a:xfrm>
        </p:spPr>
        <p:txBody>
          <a:bodyPr/>
          <a:lstStyle/>
          <a:p>
            <a:r>
              <a:rPr lang="zh-CN" altLang="en-US" dirty="0" smtClean="0">
                <a:latin typeface="+mn-ea"/>
              </a:rPr>
              <a:t>选题原因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图像去模糊原理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>
                <a:latin typeface="+mn-ea"/>
              </a:rPr>
              <a:t>相关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初步实践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>
                <a:latin typeface="+mn-ea"/>
              </a:rPr>
              <a:t>待</a:t>
            </a:r>
            <a:r>
              <a:rPr lang="zh-CN" altLang="en-US" dirty="0" smtClean="0">
                <a:latin typeface="+mn-ea"/>
              </a:rPr>
              <a:t>完成的任务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058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794326"/>
            <a:ext cx="9905998" cy="942109"/>
          </a:xfrm>
        </p:spPr>
        <p:txBody>
          <a:bodyPr/>
          <a:lstStyle/>
          <a:p>
            <a:r>
              <a:rPr lang="zh-CN" altLang="en-US" dirty="0" smtClean="0"/>
              <a:t>选题原因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1413" y="184727"/>
            <a:ext cx="9905998" cy="5606473"/>
          </a:xfrm>
        </p:spPr>
        <p:txBody>
          <a:bodyPr/>
          <a:lstStyle/>
          <a:p>
            <a:r>
              <a:rPr lang="zh-CN" altLang="en-US" dirty="0" smtClean="0"/>
              <a:t>图像处理相关</a:t>
            </a:r>
            <a:endParaRPr lang="en-US" altLang="zh-CN" dirty="0" smtClean="0"/>
          </a:p>
          <a:p>
            <a:r>
              <a:rPr lang="zh-CN" altLang="en-US" dirty="0" smtClean="0"/>
              <a:t>有一定实用性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491" y="3482108"/>
            <a:ext cx="2135909" cy="21359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502" y="3482107"/>
            <a:ext cx="2135910" cy="21359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514" y="3482106"/>
            <a:ext cx="2135911" cy="213591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94546" y="6009895"/>
            <a:ext cx="4184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我们可能会受到模糊图片的困扰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108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46909"/>
          </a:xfrm>
        </p:spPr>
        <p:txBody>
          <a:bodyPr/>
          <a:lstStyle/>
          <a:p>
            <a:r>
              <a:rPr lang="zh-CN" altLang="en-US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去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模</a:t>
            </a:r>
            <a:r>
              <a:rPr lang="zh-CN" altLang="en-US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糊原理：模糊产生的主流模型</a:t>
            </a:r>
            <a:endParaRPr lang="zh-CN" alt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030" y="2319435"/>
            <a:ext cx="4260262" cy="147268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48539" y="3885712"/>
            <a:ext cx="440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图像退化模型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00030" y="4620992"/>
            <a:ext cx="5248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</a:t>
            </a:r>
            <a:r>
              <a:rPr lang="en-US" altLang="zh-CN" dirty="0" smtClean="0"/>
              <a:t>(x,y)</a:t>
            </a:r>
            <a:r>
              <a:rPr lang="zh-CN" altLang="en-US" dirty="0" smtClean="0"/>
              <a:t>：清晰图像</a:t>
            </a:r>
            <a:endParaRPr lang="en-US" altLang="zh-CN" dirty="0" smtClean="0"/>
          </a:p>
          <a:p>
            <a:r>
              <a:rPr lang="en-US" altLang="zh-CN" dirty="0"/>
              <a:t>h</a:t>
            </a:r>
            <a:r>
              <a:rPr lang="en-US" altLang="zh-CN" dirty="0" smtClean="0"/>
              <a:t>(x,y)</a:t>
            </a:r>
            <a:r>
              <a:rPr lang="zh-CN" altLang="en-US" dirty="0" smtClean="0"/>
              <a:t>：退化函数</a:t>
            </a:r>
            <a:r>
              <a:rPr lang="en-US" altLang="zh-CN" dirty="0" smtClean="0"/>
              <a:t>/</a:t>
            </a:r>
            <a:r>
              <a:rPr lang="zh-CN" altLang="en-US" dirty="0"/>
              <a:t>点扩</a:t>
            </a:r>
            <a:r>
              <a:rPr lang="zh-CN" altLang="en-US" dirty="0" smtClean="0"/>
              <a:t>散函数</a:t>
            </a:r>
            <a:endParaRPr lang="en-US" altLang="zh-CN" dirty="0" smtClean="0"/>
          </a:p>
          <a:p>
            <a:r>
              <a:rPr lang="en-US" altLang="zh-CN" dirty="0"/>
              <a:t>n</a:t>
            </a:r>
            <a:r>
              <a:rPr lang="en-US" altLang="zh-CN" dirty="0" smtClean="0"/>
              <a:t>(x,y)</a:t>
            </a:r>
            <a:r>
              <a:rPr lang="zh-CN" altLang="en-US" dirty="0" smtClean="0"/>
              <a:t>：加性噪声</a:t>
            </a:r>
            <a:endParaRPr lang="en-US" altLang="zh-CN" dirty="0" smtClean="0"/>
          </a:p>
          <a:p>
            <a:r>
              <a:rPr lang="en-US" altLang="zh-CN" dirty="0" smtClean="0"/>
              <a:t>g(x,y)</a:t>
            </a:r>
            <a:r>
              <a:rPr lang="zh-CN" altLang="en-US" dirty="0" smtClean="0"/>
              <a:t>：模糊图像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548582" y="2302070"/>
            <a:ext cx="3491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</a:t>
            </a:r>
            <a:r>
              <a:rPr lang="en-US" altLang="zh-CN" dirty="0" smtClean="0"/>
              <a:t>(x,y) = h(x,y) * f(x,y) + n(x,y)</a:t>
            </a:r>
          </a:p>
          <a:p>
            <a:endParaRPr lang="en-US" altLang="zh-CN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6548582" y="3179259"/>
            <a:ext cx="4812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*</a:t>
            </a:r>
            <a:r>
              <a:rPr lang="zh-CN" altLang="en-US" dirty="0" smtClean="0"/>
              <a:t>：空间卷积运算</a:t>
            </a:r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672" y="4255044"/>
            <a:ext cx="3145163" cy="184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7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46909"/>
          </a:xfrm>
        </p:spPr>
        <p:txBody>
          <a:bodyPr/>
          <a:lstStyle/>
          <a:p>
            <a:r>
              <a:rPr lang="zh-CN" altLang="en-US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算法：朴素逆滤波</a:t>
            </a:r>
            <a:endParaRPr lang="zh-CN" alt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1413" y="2036713"/>
            <a:ext cx="3491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</a:t>
            </a:r>
            <a:r>
              <a:rPr lang="en-US" altLang="zh-CN" dirty="0" smtClean="0"/>
              <a:t>(x,y) = h(x,y) * f(x,y) + n(x,y)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G(u,v) = H(u,v)F(u,v) + N(u,v)</a:t>
            </a:r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141413" y="3577283"/>
            <a:ext cx="48121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 smtClean="0"/>
          </a:p>
          <a:p>
            <a:r>
              <a:rPr lang="en-US" altLang="zh-CN" dirty="0" smtClean="0"/>
              <a:t>G/H/F/N</a:t>
            </a:r>
            <a:r>
              <a:rPr lang="zh-CN" altLang="en-US" dirty="0" smtClean="0"/>
              <a:t>：原函数傅里叶变换的结果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经过傅里叶变换，转为频域表示后，</a:t>
            </a:r>
            <a:endParaRPr lang="en-US" altLang="zh-CN" dirty="0" smtClean="0"/>
          </a:p>
          <a:p>
            <a:r>
              <a:rPr lang="zh-CN" altLang="en-US" dirty="0"/>
              <a:t>卷</a:t>
            </a:r>
            <a:r>
              <a:rPr lang="zh-CN" altLang="en-US" dirty="0" smtClean="0"/>
              <a:t>积关系变成了简单的乘法关系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853382" y="2036713"/>
                <a:ext cx="3565236" cy="947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dirty="0" smtClean="0"/>
                  <a:t>(u,v) = (G(u,v) – N(u,v)) / H(u,v)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382" y="2036713"/>
                <a:ext cx="3565236" cy="947760"/>
              </a:xfrm>
              <a:prstGeom prst="rect">
                <a:avLst/>
              </a:prstGeom>
              <a:blipFill>
                <a:blip r:embed="rId2"/>
                <a:stretch>
                  <a:fillRect t="-3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853382" y="3731491"/>
                <a:ext cx="447963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忽略噪声影响，得到近似的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dirty="0" smtClean="0"/>
                  <a:t>(u,v)</a:t>
                </a:r>
              </a:p>
              <a:p>
                <a:r>
                  <a:rPr lang="zh-CN" altLang="en-US" dirty="0" smtClean="0"/>
                  <a:t>再进行傅里叶逆运算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r>
                  <a:rPr lang="zh-CN" altLang="en-US" dirty="0"/>
                  <a:t>缺</a:t>
                </a:r>
                <a:r>
                  <a:rPr lang="zh-CN" altLang="en-US" dirty="0" smtClean="0"/>
                  <a:t>点：当</a:t>
                </a:r>
                <a:r>
                  <a:rPr lang="en-US" altLang="zh-CN" dirty="0" smtClean="0"/>
                  <a:t>H(u,v)</a:t>
                </a:r>
                <a:r>
                  <a:rPr lang="zh-CN" altLang="en-US" dirty="0" smtClean="0"/>
                  <a:t>接近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时，噪声会被无限放大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382" y="3731491"/>
                <a:ext cx="4479636" cy="1754326"/>
              </a:xfrm>
              <a:prstGeom prst="rect">
                <a:avLst/>
              </a:prstGeom>
              <a:blipFill>
                <a:blip r:embed="rId3"/>
                <a:stretch>
                  <a:fillRect l="-1088" t="-2431" b="-38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256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46909"/>
          </a:xfrm>
        </p:spPr>
        <p:txBody>
          <a:bodyPr/>
          <a:lstStyle/>
          <a:p>
            <a:r>
              <a:rPr lang="zh-CN" altLang="en-US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算法：维纳滤波</a:t>
            </a:r>
            <a:endParaRPr lang="zh-CN" alt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141413" y="2036713"/>
                <a:ext cx="4612842" cy="1166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MSE = E[ (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u="sng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u="sng" dirty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 smtClean="0"/>
                  <a:t>– f )^2 ]</a:t>
                </a:r>
                <a:endParaRPr lang="en-US" altLang="zh-CN" u="sng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dirty="0" smtClean="0"/>
                  <a:t>(u,v)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G(u,v)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2036713"/>
                <a:ext cx="4612842" cy="1166473"/>
              </a:xfrm>
              <a:prstGeom prst="rect">
                <a:avLst/>
              </a:prstGeom>
              <a:blipFill>
                <a:blip r:embed="rId2"/>
                <a:stretch>
                  <a:fillRect l="-1057" t="-2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41413" y="4331655"/>
                <a:ext cx="5601132" cy="945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dirty="0"/>
                  <a:t>未退化图像功率谱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噪声</m:t>
                    </m:r>
                  </m:oMath>
                </a14:m>
                <a:r>
                  <a:rPr lang="zh-CN" altLang="en-US" dirty="0"/>
                  <a:t>功率谱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)/</m:t>
                    </m:r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：常记为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，可估计调节的参数</a:t>
                </a:r>
                <a:endParaRPr lang="en-US" altLang="zh-CN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4331655"/>
                <a:ext cx="5601132" cy="945580"/>
              </a:xfrm>
              <a:prstGeom prst="rect">
                <a:avLst/>
              </a:prstGeom>
              <a:blipFill>
                <a:blip r:embed="rId3"/>
                <a:stretch>
                  <a:fillRect t="-5806"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747163" y="2036713"/>
            <a:ext cx="46920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使</a:t>
            </a:r>
            <a:r>
              <a:rPr lang="zh-CN" altLang="en-US" dirty="0"/>
              <a:t>复原后的结果与原图的均方误差估计最小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在频域上展开此式，得到新的复原函数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6853382" y="4331655"/>
            <a:ext cx="4479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优点：不</a:t>
            </a:r>
            <a:r>
              <a:rPr lang="zh-CN" altLang="en-US" dirty="0"/>
              <a:t>放</a:t>
            </a:r>
            <a:r>
              <a:rPr lang="zh-CN" altLang="en-US" dirty="0" smtClean="0"/>
              <a:t>大噪声</a:t>
            </a:r>
            <a:endParaRPr lang="en-US" altLang="zh-CN" dirty="0" smtClean="0"/>
          </a:p>
          <a:p>
            <a:r>
              <a:rPr lang="zh-CN" altLang="en-US" dirty="0" smtClean="0"/>
              <a:t>缺点：需要针对图像单独调</a:t>
            </a:r>
            <a:r>
              <a:rPr lang="zh-CN" altLang="en-US" dirty="0" smtClean="0"/>
              <a:t>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16397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46909"/>
          </a:xfrm>
        </p:spPr>
        <p:txBody>
          <a:bodyPr/>
          <a:lstStyle/>
          <a:p>
            <a:r>
              <a:rPr lang="zh-CN" altLang="en-US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算法</a:t>
            </a:r>
            <a:r>
              <a:rPr lang="zh-CN" altLang="en-US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：</a:t>
            </a:r>
            <a:r>
              <a:rPr lang="en-US" altLang="zh-CN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L-R</a:t>
            </a:r>
            <a:r>
              <a:rPr lang="zh-CN" altLang="en-US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滤</a:t>
            </a:r>
            <a:r>
              <a:rPr lang="zh-CN" altLang="en-US" dirty="0" smtClean="0">
                <a:latin typeface="等线 Light" panose="02010600030101010101" pitchFamily="2" charset="-122"/>
                <a:ea typeface="等线 Light" panose="02010600030101010101" pitchFamily="2" charset="-122"/>
              </a:rPr>
              <a:t>波</a:t>
            </a:r>
            <a:endParaRPr lang="zh-CN" alt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132177" y="2036713"/>
                <a:ext cx="5222441" cy="533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dirty="0" smtClean="0"/>
                  <a:t>[[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 smtClean="0"/>
                  <a:t>]*h(x,y)]</a:t>
                </a:r>
                <a:endParaRPr lang="zh-CN" altLang="en-US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77" y="2036713"/>
                <a:ext cx="5222441" cy="533544"/>
              </a:xfrm>
              <a:prstGeom prst="rect">
                <a:avLst/>
              </a:prstGeom>
              <a:blipFill>
                <a:blip r:embed="rId2"/>
                <a:stretch>
                  <a:fillRect l="-350" b="-5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41413" y="3731491"/>
                <a:ext cx="4812146" cy="1205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dirty="0" smtClean="0"/>
                  <a:t>：</a:t>
                </a:r>
                <a:r>
                  <a:rPr lang="zh-CN" altLang="en-US" dirty="0" smtClean="0"/>
                  <a:t>原函</a:t>
                </a:r>
                <a:r>
                  <a:rPr lang="zh-CN" altLang="en-US" dirty="0" smtClean="0"/>
                  <a:t>数</a:t>
                </a:r>
                <a:r>
                  <a:rPr lang="zh-CN" altLang="en-US" dirty="0"/>
                  <a:t>经</a:t>
                </a:r>
                <a:r>
                  <a:rPr lang="zh-CN" altLang="en-US" dirty="0" smtClean="0"/>
                  <a:t>过</a:t>
                </a:r>
                <a:r>
                  <a:rPr lang="en-US" altLang="zh-CN" dirty="0" smtClean="0"/>
                  <a:t>k</a:t>
                </a:r>
                <a:r>
                  <a:rPr lang="zh-CN" altLang="en-US" dirty="0" smtClean="0"/>
                  <a:t>次迭代</a:t>
                </a:r>
                <a:r>
                  <a:rPr lang="zh-CN" altLang="en-US" dirty="0" smtClean="0"/>
                  <a:t>的</a:t>
                </a:r>
                <a:r>
                  <a:rPr lang="zh-CN" altLang="en-US" dirty="0" smtClean="0"/>
                  <a:t>结</a:t>
                </a:r>
                <a:r>
                  <a:rPr lang="zh-CN" altLang="en-US" dirty="0" smtClean="0"/>
                  <a:t>果</a:t>
                </a:r>
                <a:endParaRPr lang="en-US" altLang="zh-CN" dirty="0" smtClean="0"/>
              </a:p>
              <a:p>
                <a:r>
                  <a:rPr lang="zh-CN" altLang="en-US" dirty="0" smtClean="0"/>
                  <a:t>*</a:t>
                </a:r>
                <a:r>
                  <a:rPr lang="zh-CN" altLang="en-US" dirty="0" smtClean="0"/>
                  <a:t>：卷积运算</a:t>
                </a:r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3731491"/>
                <a:ext cx="4812146" cy="1205266"/>
              </a:xfrm>
              <a:prstGeom prst="rect">
                <a:avLst/>
              </a:prstGeom>
              <a:blipFill>
                <a:blip r:embed="rId3"/>
                <a:stretch>
                  <a:fillRect l="-1013" t="-3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853382" y="2022953"/>
            <a:ext cx="406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Lucy-Richardson</a:t>
            </a:r>
            <a:r>
              <a:rPr lang="zh-CN" altLang="en-US" dirty="0"/>
              <a:t>算法基于贝叶斯理</a:t>
            </a:r>
            <a:r>
              <a:rPr lang="zh-CN" altLang="en-US" dirty="0" smtClean="0"/>
              <a:t>论</a:t>
            </a:r>
            <a:endParaRPr lang="en-US" altLang="zh-CN" dirty="0"/>
          </a:p>
          <a:p>
            <a:r>
              <a:rPr lang="zh-CN" altLang="en-US" dirty="0"/>
              <a:t>利用最大似然法进行迭代估</a:t>
            </a:r>
            <a:r>
              <a:rPr lang="zh-CN" altLang="en-US" dirty="0" smtClean="0"/>
              <a:t>算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在泊松分布的基础上作卷积运算得到</a:t>
            </a:r>
            <a:endParaRPr lang="en-US" altLang="zh-CN" dirty="0" smtClean="0"/>
          </a:p>
          <a:p>
            <a:r>
              <a:rPr lang="zh-CN" altLang="en-US" dirty="0" smtClean="0"/>
              <a:t>最有可能是原图的近似图</a:t>
            </a:r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6853382" y="3731491"/>
            <a:ext cx="4479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不需</a:t>
            </a:r>
            <a:r>
              <a:rPr lang="zh-CN" altLang="en-US" dirty="0" smtClean="0"/>
              <a:t>要任何噪声信息，仅通过</a:t>
            </a:r>
            <a:r>
              <a:rPr lang="en-US" altLang="zh-CN" dirty="0" smtClean="0"/>
              <a:t>PSF</a:t>
            </a:r>
            <a:r>
              <a:rPr lang="zh-CN" altLang="en-US" dirty="0" smtClean="0"/>
              <a:t>就能得出复原结果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4516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2177" y="352201"/>
            <a:ext cx="9905998" cy="1274618"/>
          </a:xfrm>
        </p:spPr>
        <p:txBody>
          <a:bodyPr/>
          <a:lstStyle/>
          <a:p>
            <a:r>
              <a:rPr lang="zh-CN" altLang="en-US" dirty="0" smtClean="0"/>
              <a:t>实验效果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121" y="1626819"/>
            <a:ext cx="1478408" cy="148602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86164" y="3206711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Original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401" y="1626819"/>
            <a:ext cx="1455546" cy="147078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11764" y="3206711"/>
            <a:ext cx="5770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dirty="0" smtClean="0"/>
              <a:t>imulate motion </a:t>
            </a:r>
            <a:r>
              <a:rPr lang="en-US" altLang="zh-CN" dirty="0"/>
              <a:t>b</a:t>
            </a:r>
            <a:r>
              <a:rPr lang="en-US" altLang="zh-CN" dirty="0" smtClean="0"/>
              <a:t>lur</a:t>
            </a:r>
          </a:p>
          <a:p>
            <a:r>
              <a:rPr lang="en-US" altLang="zh-CN" dirty="0" smtClean="0"/>
              <a:t>and gaussian noise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500" y="3959827"/>
            <a:ext cx="1470787" cy="147078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63500" y="5430614"/>
            <a:ext cx="259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Naive inverse filter assuming no noise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7" y="2655354"/>
            <a:ext cx="1455546" cy="147204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06547" y="4318662"/>
            <a:ext cx="2376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Wiener </a:t>
            </a:r>
            <a:r>
              <a:rPr lang="en-US" altLang="zh-CN" dirty="0"/>
              <a:t>filtering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645" y="2636756"/>
            <a:ext cx="1455547" cy="149064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152645" y="4318662"/>
            <a:ext cx="1885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L-R fiter</a:t>
            </a:r>
          </a:p>
          <a:p>
            <a:r>
              <a:rPr lang="en-US" altLang="zh-CN" dirty="0" smtClean="0"/>
              <a:t>iteration =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6301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26836"/>
          </a:xfrm>
        </p:spPr>
        <p:txBody>
          <a:bodyPr/>
          <a:lstStyle/>
          <a:p>
            <a:r>
              <a:rPr lang="zh-CN" altLang="en-US" dirty="0" smtClean="0"/>
              <a:t>待完成的任务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1413" y="1006763"/>
            <a:ext cx="9905998" cy="4784437"/>
          </a:xfrm>
        </p:spPr>
        <p:txBody>
          <a:bodyPr/>
          <a:lstStyle/>
          <a:p>
            <a:r>
              <a:rPr lang="zh-CN" altLang="en-US" dirty="0" smtClean="0"/>
              <a:t>改进当前的</a:t>
            </a:r>
            <a:r>
              <a:rPr lang="en-US" altLang="zh-CN" dirty="0" smtClean="0"/>
              <a:t>L-R</a:t>
            </a:r>
            <a:r>
              <a:rPr lang="zh-CN" altLang="en-US" dirty="0" smtClean="0"/>
              <a:t>迭代，使在</a:t>
            </a:r>
            <a:r>
              <a:rPr lang="zh-CN" altLang="en-US" dirty="0"/>
              <a:t>未</a:t>
            </a:r>
            <a:r>
              <a:rPr lang="zh-CN" altLang="en-US" dirty="0" smtClean="0"/>
              <a:t>知点扩散函数的前提下进行，实现盲去卷积</a:t>
            </a:r>
            <a:endParaRPr lang="en-US" altLang="zh-CN" dirty="0" smtClean="0"/>
          </a:p>
          <a:p>
            <a:r>
              <a:rPr lang="zh-CN" altLang="en-US" dirty="0"/>
              <a:t>针对运动模糊和散焦模糊分别作优</a:t>
            </a:r>
            <a:r>
              <a:rPr lang="zh-CN" altLang="en-US" dirty="0" smtClean="0"/>
              <a:t>化</a:t>
            </a:r>
            <a:endParaRPr lang="en-US" altLang="zh-CN" dirty="0" smtClean="0"/>
          </a:p>
          <a:p>
            <a:r>
              <a:rPr lang="zh-CN" altLang="en-US" dirty="0"/>
              <a:t>当前</a:t>
            </a:r>
            <a:r>
              <a:rPr lang="zh-CN" altLang="en-US" dirty="0" smtClean="0"/>
              <a:t>假定了模糊的全局性，如果只有部分模糊如何处理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52590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650" y="2576945"/>
            <a:ext cx="9905998" cy="1905000"/>
          </a:xfrm>
        </p:spPr>
        <p:txBody>
          <a:bodyPr/>
          <a:lstStyle/>
          <a:p>
            <a:pPr algn="ctr"/>
            <a:r>
              <a:rPr lang="zh-CN" altLang="en-US" dirty="0" smtClean="0"/>
              <a:t>一起努力，谢谢大</a:t>
            </a:r>
            <a:r>
              <a:rPr lang="zh-CN" altLang="en-US" smtClean="0"/>
              <a:t>家！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2408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网状">
  <a:themeElements>
    <a:clrScheme name="网状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网状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网状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TM03457485[[fn=网状]]</Template>
  <TotalTime>518</TotalTime>
  <Words>490</Words>
  <Application>Microsoft Office PowerPoint</Application>
  <PresentationFormat>宽屏</PresentationFormat>
  <Paragraphs>73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Century Gothic</vt:lpstr>
      <vt:lpstr>等线 Light</vt:lpstr>
      <vt:lpstr>宋体</vt:lpstr>
      <vt:lpstr>Arial</vt:lpstr>
      <vt:lpstr>Cambria Math</vt:lpstr>
      <vt:lpstr>网状</vt:lpstr>
      <vt:lpstr>图像去模糊处理大作业中期展示</vt:lpstr>
      <vt:lpstr>展示内容</vt:lpstr>
      <vt:lpstr>选题原因</vt:lpstr>
      <vt:lpstr>去模糊原理：模糊产生的主流模型</vt:lpstr>
      <vt:lpstr>算法：朴素逆滤波</vt:lpstr>
      <vt:lpstr>算法：维纳滤波</vt:lpstr>
      <vt:lpstr>算法：L-R滤波</vt:lpstr>
      <vt:lpstr>实验效果</vt:lpstr>
      <vt:lpstr>待完成的任务</vt:lpstr>
      <vt:lpstr>一起努力，谢谢大家！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图像去模糊处理大作业中期展示</dc:title>
  <dc:creator>Book</dc:creator>
  <cp:lastModifiedBy>Book</cp:lastModifiedBy>
  <cp:revision>107</cp:revision>
  <dcterms:created xsi:type="dcterms:W3CDTF">2020-05-23T17:23:52Z</dcterms:created>
  <dcterms:modified xsi:type="dcterms:W3CDTF">2020-05-24T05:06:00Z</dcterms:modified>
</cp:coreProperties>
</file>